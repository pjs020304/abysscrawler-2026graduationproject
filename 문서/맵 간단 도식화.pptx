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5656" autoAdjust="0"/>
  </p:normalViewPr>
  <p:slideViewPr>
    <p:cSldViewPr snapToGrid="0">
      <p:cViewPr>
        <p:scale>
          <a:sx n="75" d="100"/>
          <a:sy n="75" d="100"/>
        </p:scale>
        <p:origin x="136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F39719-CF22-A189-84ED-CEE4E216D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523518D-E1FE-93FD-00D1-6E7509623C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C0C401-CBA8-C675-9599-F57CD4BC9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43F-1B5C-4401-A99D-CBE0C688F2B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E2D223-F4AB-E73C-E428-BFD6321F5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2B9D15-4F98-5B10-12D2-38070C90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0B9D-822A-4821-86AE-DEAE48D8CD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961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E88EC-C73E-94E0-B30A-15EBDE75C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14C09C-B1B6-A107-9C07-6D8299AD2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FA7F19-4783-68FD-499B-312EE14DF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43F-1B5C-4401-A99D-CBE0C688F2B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E35201-369E-993C-26A4-8D171A471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C81942-745B-E8F9-04ED-F615564C3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0B9D-822A-4821-86AE-DEAE48D8CD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988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1268D-8D6B-82B9-24FF-A3C6B325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A1D13E-64A8-8B94-AF01-8F0828A0C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4542C0-8971-8472-E0BA-996248BEE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43F-1B5C-4401-A99D-CBE0C688F2B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B04E5F-F69E-0049-61E3-8A2CE87C0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6A530E-D557-4F44-2C34-76A5043E1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0B9D-822A-4821-86AE-DEAE48D8CD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8052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5BC98C-4E88-A940-AA91-115D18F32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B43CE6-37F9-F2A5-E014-4C81427942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462AE7-9BEB-AA43-7E10-0F5D9A114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7D4C51-0900-73D2-1D82-93E595796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43F-1B5C-4401-A99D-CBE0C688F2B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282CE7-8DF2-12CB-9FAB-4CE86BA6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36F06D-25F8-2101-2FF8-D8777685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0B9D-822A-4821-86AE-DEAE48D8CD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87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82EE85-9EB5-1E9C-6148-3E43648AD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2E0410-6F1A-AD6C-5E41-57A835722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09FD16-D718-8988-4F4D-F8DA3C8B6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FBBD75-59F1-5C98-4B13-0BB50D5DA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43C699-6135-8D51-E8CD-40347F6E87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26E599-87B1-88E9-5AED-BF29E979A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43F-1B5C-4401-A99D-CBE0C688F2B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124BC5-9F89-3482-ECCA-2AAF19B3B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0D43C72-C26C-528C-5829-0AB5E8C49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0B9D-822A-4821-86AE-DEAE48D8CD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496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EB91C-E35A-5B63-0661-4E8063FDF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BCE8AA-C830-11EC-8583-2510EBF53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43F-1B5C-4401-A99D-CBE0C688F2B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703E6A-F5DE-1596-9FB7-8FE794E1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79333A-3109-6E66-006C-B600ECA66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0B9D-822A-4821-86AE-DEAE48D8CD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88072F9-424D-8D2F-5907-6971A64E1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43F-1B5C-4401-A99D-CBE0C688F2B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45E9F99-B227-DEB2-13C4-41675EC4C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A05068-76EE-47FD-F003-7FC5F4999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0B9D-822A-4821-86AE-DEAE48D8CD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7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EDCE10-1D33-0F95-FE9B-D9817C706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42F9A2-58BE-D83D-721A-ED0B4704B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BC61D8-1466-DBB2-D06D-5B5773531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F66079-BEBF-5119-2C22-578A98C57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43F-1B5C-4401-A99D-CBE0C688F2B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EB4598-83B3-12DE-8CB4-76C139376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6F1C59-67D3-36C0-BF7C-5E84BDD99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0B9D-822A-4821-86AE-DEAE48D8CD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530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B38FF-7ABF-DFE6-F6C6-AF3045A6F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EC3725-4ED1-1361-F9CF-205F008127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300882-9135-00EC-7DCD-EF1A33964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AD0446-AFFF-B2CA-FA78-F6811CC1C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43F-1B5C-4401-A99D-CBE0C688F2B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B13C54-E058-EE91-D5A4-D0367E78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794AC2-DD40-149E-7932-FD82EEF0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0B9D-822A-4821-86AE-DEAE48D8CD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507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790371-353B-0DD2-A7B9-36ACD04E4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5215B96-E638-D5FD-5E6E-1B9FDD771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5E1EC0-A3E3-B4DC-2269-2D7554068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43F-1B5C-4401-A99D-CBE0C688F2B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DD6D38-8879-BD13-FE8C-7E70E4CC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F607F9-C611-2183-60C9-6F494F68D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0B9D-822A-4821-86AE-DEAE48D8CD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641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DA49687-9BD2-7609-39D4-8F8CA6E096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6D6572-65A9-EC18-1190-A59C634DD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706B02-B9A9-6526-C651-0A02489BD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3843F-1B5C-4401-A99D-CBE0C688F2B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0D8A78-39CE-D546-8653-099E70BE2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8FCAE4-CF6C-9D1A-A38D-5F6A6D9E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0B9D-822A-4821-86AE-DEAE48D8CD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358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77F1054-C29E-803F-6B80-332046C64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C98414-EEF8-92A3-4B7E-D303A0357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6E1708-F68D-569E-32B4-DDBCD3518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3843F-1B5C-4401-A99D-CBE0C688F2BE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D02455-BC35-3521-10F8-88955778D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46C4B6-3FCF-9535-817F-160607D0D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20B9D-822A-4821-86AE-DEAE48D8CD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135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5B4BF63-BC17-40AA-244E-6520492B4313}"/>
              </a:ext>
            </a:extLst>
          </p:cNvPr>
          <p:cNvSpPr/>
          <p:nvPr/>
        </p:nvSpPr>
        <p:spPr>
          <a:xfrm>
            <a:off x="1934055" y="2651102"/>
            <a:ext cx="2434014" cy="26445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A8E2A8-65A7-3311-8D13-115325802D53}"/>
              </a:ext>
            </a:extLst>
          </p:cNvPr>
          <p:cNvSpPr/>
          <p:nvPr/>
        </p:nvSpPr>
        <p:spPr>
          <a:xfrm>
            <a:off x="1940633" y="2144564"/>
            <a:ext cx="1029775" cy="5196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953B706-AB1C-27BD-A1C7-03E9267FB3DE}"/>
              </a:ext>
            </a:extLst>
          </p:cNvPr>
          <p:cNvCxnSpPr>
            <a:cxnSpLocks/>
          </p:cNvCxnSpPr>
          <p:nvPr/>
        </p:nvCxnSpPr>
        <p:spPr>
          <a:xfrm>
            <a:off x="1381468" y="1335419"/>
            <a:ext cx="4039148" cy="20935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8B9304-C758-3C56-C57C-6EC130C07E11}"/>
              </a:ext>
            </a:extLst>
          </p:cNvPr>
          <p:cNvSpPr txBox="1"/>
          <p:nvPr/>
        </p:nvSpPr>
        <p:spPr>
          <a:xfrm>
            <a:off x="1328841" y="3808315"/>
            <a:ext cx="54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층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1D3C856-F4DD-D86F-2071-7572AB9FAE75}"/>
              </a:ext>
            </a:extLst>
          </p:cNvPr>
          <p:cNvCxnSpPr>
            <a:cxnSpLocks/>
          </p:cNvCxnSpPr>
          <p:nvPr/>
        </p:nvCxnSpPr>
        <p:spPr>
          <a:xfrm flipH="1">
            <a:off x="3401042" y="1447252"/>
            <a:ext cx="769675" cy="809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73AEA62-63CB-E031-1487-BFCB8F632A80}"/>
              </a:ext>
            </a:extLst>
          </p:cNvPr>
          <p:cNvSpPr txBox="1"/>
          <p:nvPr/>
        </p:nvSpPr>
        <p:spPr>
          <a:xfrm>
            <a:off x="4368069" y="1256478"/>
            <a:ext cx="110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진입불가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81D9AD1-617E-1405-B9DE-2733AE5BAF70}"/>
              </a:ext>
            </a:extLst>
          </p:cNvPr>
          <p:cNvCxnSpPr>
            <a:cxnSpLocks/>
          </p:cNvCxnSpPr>
          <p:nvPr/>
        </p:nvCxnSpPr>
        <p:spPr>
          <a:xfrm>
            <a:off x="1940633" y="4805671"/>
            <a:ext cx="24340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A5480DB-B252-BB61-1F8B-0B9C516626E7}"/>
              </a:ext>
            </a:extLst>
          </p:cNvPr>
          <p:cNvCxnSpPr>
            <a:cxnSpLocks/>
          </p:cNvCxnSpPr>
          <p:nvPr/>
        </p:nvCxnSpPr>
        <p:spPr>
          <a:xfrm>
            <a:off x="1940633" y="4282550"/>
            <a:ext cx="24340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26B46D7-9E42-50EF-9413-595D7D0792AE}"/>
              </a:ext>
            </a:extLst>
          </p:cNvPr>
          <p:cNvCxnSpPr>
            <a:cxnSpLocks/>
          </p:cNvCxnSpPr>
          <p:nvPr/>
        </p:nvCxnSpPr>
        <p:spPr>
          <a:xfrm>
            <a:off x="1940633" y="3646088"/>
            <a:ext cx="24340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3D35C9D-BD72-1061-AAA8-FDCC30C59B02}"/>
              </a:ext>
            </a:extLst>
          </p:cNvPr>
          <p:cNvCxnSpPr>
            <a:cxnSpLocks/>
          </p:cNvCxnSpPr>
          <p:nvPr/>
        </p:nvCxnSpPr>
        <p:spPr>
          <a:xfrm>
            <a:off x="1940633" y="3067187"/>
            <a:ext cx="24340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94C3534-3769-D4C2-9A09-DC0907D59AD4}"/>
              </a:ext>
            </a:extLst>
          </p:cNvPr>
          <p:cNvSpPr/>
          <p:nvPr/>
        </p:nvSpPr>
        <p:spPr>
          <a:xfrm>
            <a:off x="1934055" y="5295626"/>
            <a:ext cx="808954" cy="4160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36A5168-40DC-D42F-6A82-5953DB36B76E}"/>
              </a:ext>
            </a:extLst>
          </p:cNvPr>
          <p:cNvCxnSpPr>
            <a:cxnSpLocks/>
          </p:cNvCxnSpPr>
          <p:nvPr/>
        </p:nvCxnSpPr>
        <p:spPr>
          <a:xfrm flipV="1">
            <a:off x="1498600" y="5295626"/>
            <a:ext cx="4089400" cy="1139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B631B07-5529-4DDF-9453-6E1CEDC80406}"/>
              </a:ext>
            </a:extLst>
          </p:cNvPr>
          <p:cNvSpPr txBox="1"/>
          <p:nvPr/>
        </p:nvSpPr>
        <p:spPr>
          <a:xfrm>
            <a:off x="1328841" y="4899209"/>
            <a:ext cx="54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1F8146-339F-9910-4A98-C06FA33CA0D0}"/>
              </a:ext>
            </a:extLst>
          </p:cNvPr>
          <p:cNvSpPr txBox="1"/>
          <p:nvPr/>
        </p:nvSpPr>
        <p:spPr>
          <a:xfrm>
            <a:off x="1328841" y="4353762"/>
            <a:ext cx="54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DEC177-7202-A661-95B8-751FD8239C1B}"/>
              </a:ext>
            </a:extLst>
          </p:cNvPr>
          <p:cNvSpPr txBox="1"/>
          <p:nvPr/>
        </p:nvSpPr>
        <p:spPr>
          <a:xfrm>
            <a:off x="1328841" y="3252495"/>
            <a:ext cx="54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r>
              <a:rPr lang="ko-KR" altLang="en-US" dirty="0"/>
              <a:t>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BB28C8-C696-C3AA-8904-E61CFDD86DB0}"/>
              </a:ext>
            </a:extLst>
          </p:cNvPr>
          <p:cNvSpPr txBox="1"/>
          <p:nvPr/>
        </p:nvSpPr>
        <p:spPr>
          <a:xfrm>
            <a:off x="1328841" y="2678931"/>
            <a:ext cx="542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5</a:t>
            </a:r>
            <a:r>
              <a:rPr lang="ko-KR" altLang="en-US" dirty="0"/>
              <a:t>층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C5B1E3-913C-719C-4396-12EBA12943D5}"/>
              </a:ext>
            </a:extLst>
          </p:cNvPr>
          <p:cNvSpPr txBox="1"/>
          <p:nvPr/>
        </p:nvSpPr>
        <p:spPr>
          <a:xfrm>
            <a:off x="723900" y="5337915"/>
            <a:ext cx="1147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/>
              <a:t>지하 </a:t>
            </a:r>
            <a:r>
              <a:rPr lang="en-US" altLang="ko-KR" dirty="0"/>
              <a:t>1</a:t>
            </a:r>
            <a:r>
              <a:rPr lang="ko-KR" altLang="en-US" dirty="0"/>
              <a:t>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220E33-42DF-32D1-6A13-64FE28569E24}"/>
              </a:ext>
            </a:extLst>
          </p:cNvPr>
          <p:cNvSpPr txBox="1"/>
          <p:nvPr/>
        </p:nvSpPr>
        <p:spPr>
          <a:xfrm>
            <a:off x="1959609" y="5380022"/>
            <a:ext cx="646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발전기</a:t>
            </a:r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D68729-D6B5-AC59-4D33-D3D906BD7369}"/>
              </a:ext>
            </a:extLst>
          </p:cNvPr>
          <p:cNvSpPr txBox="1"/>
          <p:nvPr/>
        </p:nvSpPr>
        <p:spPr>
          <a:xfrm>
            <a:off x="1959609" y="4901022"/>
            <a:ext cx="646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발전기</a:t>
            </a:r>
            <a:endParaRPr lang="ko-KR" altLang="en-US" sz="1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082B45C-4961-83F8-9BEA-00EE58114305}"/>
              </a:ext>
            </a:extLst>
          </p:cNvPr>
          <p:cNvSpPr txBox="1"/>
          <p:nvPr/>
        </p:nvSpPr>
        <p:spPr>
          <a:xfrm>
            <a:off x="1959609" y="4467684"/>
            <a:ext cx="646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발전기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193981-8CA5-2194-1626-D0C959018C6C}"/>
              </a:ext>
            </a:extLst>
          </p:cNvPr>
          <p:cNvSpPr txBox="1"/>
          <p:nvPr/>
        </p:nvSpPr>
        <p:spPr>
          <a:xfrm>
            <a:off x="3026409" y="4467684"/>
            <a:ext cx="909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청소 작업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65F126-9FE9-7D0D-AFAB-680C0A68070D}"/>
              </a:ext>
            </a:extLst>
          </p:cNvPr>
          <p:cNvSpPr txBox="1"/>
          <p:nvPr/>
        </p:nvSpPr>
        <p:spPr>
          <a:xfrm>
            <a:off x="1959609" y="3247351"/>
            <a:ext cx="1425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콘솔 데이터 회수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E42531-9839-DB18-ACD6-67F3F6378089}"/>
              </a:ext>
            </a:extLst>
          </p:cNvPr>
          <p:cNvSpPr txBox="1"/>
          <p:nvPr/>
        </p:nvSpPr>
        <p:spPr>
          <a:xfrm>
            <a:off x="3013709" y="4886861"/>
            <a:ext cx="909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해류 막기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2C9735-585E-7D17-CD96-9A150834BC2A}"/>
              </a:ext>
            </a:extLst>
          </p:cNvPr>
          <p:cNvSpPr txBox="1"/>
          <p:nvPr/>
        </p:nvSpPr>
        <p:spPr>
          <a:xfrm>
            <a:off x="1959609" y="2739289"/>
            <a:ext cx="1008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신호기 수리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74E29A-BA98-1603-0881-5C9910824169}"/>
              </a:ext>
            </a:extLst>
          </p:cNvPr>
          <p:cNvSpPr txBox="1"/>
          <p:nvPr/>
        </p:nvSpPr>
        <p:spPr>
          <a:xfrm>
            <a:off x="1959609" y="3826367"/>
            <a:ext cx="1803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보수 작업 </a:t>
            </a:r>
            <a:r>
              <a:rPr lang="en-US" altLang="ko-KR" sz="1200" dirty="0"/>
              <a:t>-&gt; </a:t>
            </a:r>
            <a:r>
              <a:rPr lang="ko-KR" altLang="en-US" sz="1200" dirty="0"/>
              <a:t>유해 수습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FC39E6AA-A771-447A-E5BE-9930ADADBAAF}"/>
              </a:ext>
            </a:extLst>
          </p:cNvPr>
          <p:cNvCxnSpPr/>
          <p:nvPr/>
        </p:nvCxnSpPr>
        <p:spPr>
          <a:xfrm>
            <a:off x="2819400" y="5503333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487C1EA-7E61-F45E-8C03-A64C1909E364}"/>
              </a:ext>
            </a:extLst>
          </p:cNvPr>
          <p:cNvSpPr txBox="1"/>
          <p:nvPr/>
        </p:nvSpPr>
        <p:spPr>
          <a:xfrm>
            <a:off x="3141511" y="5356614"/>
            <a:ext cx="1107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진입불가</a:t>
            </a:r>
          </a:p>
        </p:txBody>
      </p:sp>
    </p:spTree>
    <p:extLst>
      <p:ext uri="{BB962C8B-B14F-4D97-AF65-F5344CB8AC3E}">
        <p14:creationId xmlns:p14="http://schemas.microsoft.com/office/powerpoint/2010/main" val="3405709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>
            <a:extLst>
              <a:ext uri="{FF2B5EF4-FFF2-40B4-BE49-F238E27FC236}">
                <a16:creationId xmlns:a16="http://schemas.microsoft.com/office/drawing/2014/main" id="{B5718317-2525-7F58-ED6A-0B09679AE708}"/>
              </a:ext>
            </a:extLst>
          </p:cNvPr>
          <p:cNvSpPr/>
          <p:nvPr/>
        </p:nvSpPr>
        <p:spPr>
          <a:xfrm>
            <a:off x="4774533" y="736647"/>
            <a:ext cx="1994568" cy="8541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침몰 구조물 내부 압력 조절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7CCBEAC-778C-3E65-704D-B6DDF06F648A}"/>
              </a:ext>
            </a:extLst>
          </p:cNvPr>
          <p:cNvSpPr/>
          <p:nvPr/>
        </p:nvSpPr>
        <p:spPr>
          <a:xfrm>
            <a:off x="4047828" y="1932410"/>
            <a:ext cx="3618130" cy="2993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39ECE22-0374-D6DA-AE13-51E63A5CE923}"/>
              </a:ext>
            </a:extLst>
          </p:cNvPr>
          <p:cNvSpPr/>
          <p:nvPr/>
        </p:nvSpPr>
        <p:spPr>
          <a:xfrm>
            <a:off x="4101432" y="5694275"/>
            <a:ext cx="1994568" cy="8541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편의점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51141891-8B77-191F-3D10-BDE47CC82E0B}"/>
              </a:ext>
            </a:extLst>
          </p:cNvPr>
          <p:cNvSpPr/>
          <p:nvPr/>
        </p:nvSpPr>
        <p:spPr>
          <a:xfrm>
            <a:off x="2455757" y="5313518"/>
            <a:ext cx="1070610" cy="9663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해류 발생 구멍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EBD84D48-B23C-CC42-6C9A-305EE798746C}"/>
              </a:ext>
            </a:extLst>
          </p:cNvPr>
          <p:cNvSpPr/>
          <p:nvPr/>
        </p:nvSpPr>
        <p:spPr>
          <a:xfrm>
            <a:off x="7690062" y="877427"/>
            <a:ext cx="1070610" cy="9663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해류 발생 구멍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9C4B66BF-5F83-97E9-A6DB-5D218664F122}"/>
              </a:ext>
            </a:extLst>
          </p:cNvPr>
          <p:cNvSpPr/>
          <p:nvPr/>
        </p:nvSpPr>
        <p:spPr>
          <a:xfrm>
            <a:off x="3196132" y="877427"/>
            <a:ext cx="1070610" cy="9663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해류 발생 구멍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63F94AF-4BE9-59BF-32A3-52B221A3C87C}"/>
              </a:ext>
            </a:extLst>
          </p:cNvPr>
          <p:cNvSpPr/>
          <p:nvPr/>
        </p:nvSpPr>
        <p:spPr>
          <a:xfrm>
            <a:off x="2125522" y="2773518"/>
            <a:ext cx="1070610" cy="9663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해류 발생 구멍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4C5CEAF-CA0E-7232-32C5-175817D54DAD}"/>
              </a:ext>
            </a:extLst>
          </p:cNvPr>
          <p:cNvSpPr/>
          <p:nvPr/>
        </p:nvSpPr>
        <p:spPr>
          <a:xfrm>
            <a:off x="8398933" y="2489200"/>
            <a:ext cx="1070610" cy="1250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큰 바위</a:t>
            </a:r>
          </a:p>
        </p:txBody>
      </p:sp>
      <p:sp>
        <p:nvSpPr>
          <p:cNvPr id="4" name="화살표: 위쪽/아래쪽 3">
            <a:extLst>
              <a:ext uri="{FF2B5EF4-FFF2-40B4-BE49-F238E27FC236}">
                <a16:creationId xmlns:a16="http://schemas.microsoft.com/office/drawing/2014/main" id="{272ABB0C-E1F2-2A8E-CFD9-E3DE23B364C8}"/>
              </a:ext>
            </a:extLst>
          </p:cNvPr>
          <p:cNvSpPr/>
          <p:nvPr/>
        </p:nvSpPr>
        <p:spPr>
          <a:xfrm>
            <a:off x="4804982" y="4968325"/>
            <a:ext cx="468116" cy="76868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도로</a:t>
            </a:r>
          </a:p>
        </p:txBody>
      </p:sp>
      <p:sp>
        <p:nvSpPr>
          <p:cNvPr id="6" name="화살표: 왼쪽/오른쪽 5">
            <a:extLst>
              <a:ext uri="{FF2B5EF4-FFF2-40B4-BE49-F238E27FC236}">
                <a16:creationId xmlns:a16="http://schemas.microsoft.com/office/drawing/2014/main" id="{DF073535-9EA3-21F3-1606-82E186D008DB}"/>
              </a:ext>
            </a:extLst>
          </p:cNvPr>
          <p:cNvSpPr/>
          <p:nvPr/>
        </p:nvSpPr>
        <p:spPr>
          <a:xfrm>
            <a:off x="6159090" y="5927397"/>
            <a:ext cx="1994568" cy="427078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도로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337168-0CC5-76DC-3DA2-784C4B9DFDC5}"/>
              </a:ext>
            </a:extLst>
          </p:cNvPr>
          <p:cNvSpPr txBox="1"/>
          <p:nvPr/>
        </p:nvSpPr>
        <p:spPr>
          <a:xfrm>
            <a:off x="4874893" y="3244334"/>
            <a:ext cx="1963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메인</a:t>
            </a:r>
            <a:r>
              <a:rPr lang="en-US" altLang="ko-KR" dirty="0"/>
              <a:t> </a:t>
            </a:r>
            <a:r>
              <a:rPr lang="ko-KR" altLang="en-US" dirty="0"/>
              <a:t>대기업 건물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8D46AB-D4AB-B7F2-1BE8-CF48B6C5BD45}"/>
              </a:ext>
            </a:extLst>
          </p:cNvPr>
          <p:cNvSpPr/>
          <p:nvPr/>
        </p:nvSpPr>
        <p:spPr>
          <a:xfrm>
            <a:off x="8225367" y="4925590"/>
            <a:ext cx="1392766" cy="1500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공원</a:t>
            </a:r>
            <a:r>
              <a:rPr lang="en-US" altLang="ko-KR" dirty="0"/>
              <a:t>/</a:t>
            </a:r>
            <a:r>
              <a:rPr lang="ko-KR" altLang="en-US" dirty="0"/>
              <a:t>공터</a:t>
            </a:r>
          </a:p>
        </p:txBody>
      </p:sp>
    </p:spTree>
    <p:extLst>
      <p:ext uri="{BB962C8B-B14F-4D97-AF65-F5344CB8AC3E}">
        <p14:creationId xmlns:p14="http://schemas.microsoft.com/office/powerpoint/2010/main" val="3949575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60</Words>
  <Application>Microsoft Office PowerPoint</Application>
  <PresentationFormat>와이드스크린</PresentationFormat>
  <Paragraphs>27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지성 박</dc:creator>
  <cp:lastModifiedBy>지성 박</cp:lastModifiedBy>
  <cp:revision>1</cp:revision>
  <dcterms:created xsi:type="dcterms:W3CDTF">2025-12-26T04:46:10Z</dcterms:created>
  <dcterms:modified xsi:type="dcterms:W3CDTF">2025-12-26T05:23:51Z</dcterms:modified>
</cp:coreProperties>
</file>